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EdgeMind is a private AI copilot that runs entirely on a Snapdragon-powered HP laptop, using the NPU for speed and battery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barriers: data cannot leave the company, cloud AI has recurring cost and needs connectivity, and CPU-based local AI is too power hungry.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capabilities. Everything runs locally, so nothing is uploaded.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is built around the NPU, ARM64 CPU and battery life rather than being generic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layer is on-device. The runtime tries the NPU first, then GPU, then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concrete optimisations that make this a Snapdragon-specific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policy maps to the QNN provider's HTP performance mode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Compliance mapping for a specific organisation should be confirmed by its own legal and security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already done in the accompanying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deliberately avoid quoting numbers we have not measured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comes from privacy, offline capability and no per-token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practical dependency is hardware access for benchmarking.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runs on any machine using the CPU fallback and switches to the NPU when onnxruntime-qnn is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three benefits: privacy, speed and battery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on-device AI workspace copilot optimised for Snapdragon-powered HP PCs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 |  Ayush  | 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AI is stuck in the cloud for the people who need it most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276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compliance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healthcare and finance teams often cannot upload documents to third-party services.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64592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6276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connectivity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488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cloud AI scales cost with usage and stops working when the network does.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4592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6276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and heat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488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AI on the CPU drains the battery and heats the device, so on-device AI is avoided.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EdgeMind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summarise and search your own files and meetings, entirely on the laptop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3619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document Q&amp;A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across PDFs, notes and text files.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53619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transcription, summaries and action items.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09067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anything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long documents or folders to a short brief.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10896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09067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semantic search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box across documents and transcripts.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Snapdragon-powered HP PCs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leans on what the platform does best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99616"/>
            <a:ext cx="402336" cy="402336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716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 NPU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3716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45 TOPS on Snapdragon X series: sustained inference at low power.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286000"/>
            <a:ext cx="402336" cy="402336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1579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Oryon ARM64 CPU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5798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orchestration and indexing when built ARM64-native.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072384"/>
            <a:ext cx="402336" cy="402336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944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battery life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294436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all-day background indexing and meeting capture practical.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30752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858768"/>
            <a:ext cx="402336" cy="402336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7307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business PCs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73075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manageability and hardware-backed security.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local-only, NPU-first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ARM64-native Windows app: chat, search, summaries, meeting 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DCEBEE"/>
          </a:solidFill>
          <a:ln w="12700">
            <a:solidFill>
              <a:srgbClr val="DCEB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and power-aware policy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routing, battery-based profiles, model lifecycle, caching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Whisper-class ASR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24688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embeddings, local vector index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4688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Quantised small LLM with citations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DCEBEE"/>
          </a:solidFill>
          <a:ln w="12700">
            <a:solidFill>
              <a:srgbClr val="DCEB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QNN EP (NPU)  |  DirectML (GPU)  |  CPU fallback  |  EP context cache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X series in HP PCs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 NPU  |  Adreno GPU  |  Oryon CPU  |  LPDDR5X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optimisation strategy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techniques applied across the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36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NPU-first execution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QNN execution provider with fallback to GPU and CPU.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536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and 4-bit models with static shapes for the NPU.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536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caching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context caching for faster launches.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1821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Power-aware policy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mode and batch size follow battery state.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20040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1821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ARM64-native build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x64 emulation overhead.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20040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31821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indexing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files, in small low-power batches.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Power-aware policy engine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the prototype and covered by tests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NPU performance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Plugged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above 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20% to 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high_power_saver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below 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power_saver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371600"/>
            <a:ext cx="2834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035040" y="15087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speed when plugged in. Longer runtime when unplugged. The user never has to choose.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security and compliance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upload, so less to protect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3619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Local-only processing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embeddings, transcripts and prompts stay on the device.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53619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can live on a BitLocker drive backed by the TPM.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09067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answers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lists the source files it used.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10896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09067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HP business security; policy-managed rollout.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weeks from prototype to pilot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057400"/>
            <a:ext cx="7315200" cy="0"/>
          </a:xfrm>
          <a:prstGeom prst="line">
            <a:avLst/>
          </a:prstGeom>
          <a:noFill/>
          <a:ln w="25400">
            <a:solidFill>
              <a:srgbClr val="B8C2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63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Prototype, policy engine, tests (done)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457200" cy="457200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validation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063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on Snapdragon X HP PC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1828800"/>
            <a:ext cx="457200" cy="457200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51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and LLM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5-7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063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Transcription, grounded answers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97880" y="1828800"/>
            <a:ext cx="457200" cy="457200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978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8-10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063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ARM64-native UI, background indexer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543800" y="1828800"/>
            <a:ext cx="457200" cy="457200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43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11-12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063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tests, MSIX, pilot group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targets, measured on real hardware before any claim is made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we measure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NPU vs CPU embedding 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 command, CPU utilisation counters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Question-to-answer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Timed runs on a fixed document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impact of indexing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unplugged runs, battery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start with context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versus later launches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Labelled questions, top-4 hit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use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private, offline AI matters most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36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compliance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case files and policies without exposure.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536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internal guidelines under data-handling rules.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53619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research and client material faster.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1821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from papers and lectures, offline.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200400"/>
            <a:ext cx="384048" cy="384048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1821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Travelling staff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on flights and low-connectivity sites.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51760" cy="150876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54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per user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uses hardware the organisation already owns.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mitigation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with mature components; risks are known and manageable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 unsupported on the NPU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fallback to GPU or CPU; NPU-friendly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LLM answer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retrieval, citations, extractive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conversion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from pre-optimised published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pressure on 16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 loading, unload when idle, compact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to hardware for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on CPU fallback; reserve device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reference implementation, ready to push to Git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937760" cy="29260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edgemind.py info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edgemind.py ingest sample_data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edgemind.py ask "How does it save battery?"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edgemind.py bench --chunks 200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pytest -q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7FD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passed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4630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provider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Power-aware policy engine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QNN to DirectML to CPU session builder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Embedder, vector store, Q&amp;A, summariser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3657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benchmarks pending Snapdragon hardware.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 |  Snapdragon-powered HP PCs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AI that lasts the workday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EdgeMind turns the Snapdragon NPU in HP PCs into an assistant that knows your files, protects them, and stays fast on battery.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validate the NPU path on device, add speech and LLM, pilot with a privacy-sensitive team.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EdgeMind: On-Device AI Workspace Copilot for Snapdragon-powered HP PCs</dc:title>
  <dc:subject>PptxGenJS Presentation</dc:subject>
  <dc:creator>Ayush</dc:creator>
  <cp:lastModifiedBy>Ayush</cp:lastModifiedBy>
  <cp:revision>1</cp:revision>
  <dcterms:created xsi:type="dcterms:W3CDTF">2026-09-29T06:25:18Z</dcterms:created>
  <dcterms:modified xsi:type="dcterms:W3CDTF">2026-09-29T06:25:18Z</dcterms:modified>
</cp:coreProperties>
</file>